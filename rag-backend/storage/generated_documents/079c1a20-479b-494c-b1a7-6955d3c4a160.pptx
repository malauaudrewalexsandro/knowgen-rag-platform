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laporan_ringkasan.xlsx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39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The dataset provides a summary of different products, specifically focusing on their names. This information is essential for understanding the product portfolio and identifying key offerings.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2088000"/>
          <a:ext cx="396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</a:tblGrid>
              <a:tr h="576000">
                <a:tc>
                  <a:txBody>
                    <a:bodyPr/>
                    <a:lstStyle/>
                    <a:p>
                      <a:r>
                        <a:t>produk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Kopi Susu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Teh Botol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Nasi Goreng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Mie Ayam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